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Review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新商品の説明文から、10,000人の仮想顧客が どう評価するかを予測するシミュレーションツール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メンバー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2442001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赤塩 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2442003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阿部 純太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2442040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シャリフ 大睦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2442071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服田 愛樹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解決したい課題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79"/>
          </a:xfrm>
          <a:prstGeom prst="rect">
            <a:avLst/>
          </a:prstGeom>
          <a:solidFill>
            <a:srgbClr val="EFF6FF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ECサイトで新商品を出品する際、 「この商品は売れるのか？」 という不安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3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レビューがない新商品は購入されにくい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599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実際に売り出すまで顧客の反応がわからない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5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商品説明文の書き方で売上が大きく変わる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本システムのアプローチ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79"/>
          </a:xfrm>
          <a:prstGeom prst="rect">
            <a:avLst/>
          </a:prstGeom>
          <a:solidFill>
            <a:srgbClr val="EFF6FF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「売る前に、顧客の反応を予測できたら？」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ターゲットユーザー（ペルソナ）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ハンドメイド作家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悩み: 新作のレビューがつくまで売れない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D2Cマーケター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悩み: A/Bテストに時間がかかる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商品企画部長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悩み: 売れる根拠を示せない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システムアーキテクチャ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フロントエンド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Next.js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React + TypeScript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Recharts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バックエンド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Next.js API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Prisma 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transformers.js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技術選定の理由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なぜ PostgreSQL + pgvector 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3AF"/>
                </a:solidFill>
              </a:defRPr>
            </a:pPr>
            <a:r>
              <a:t>[表: 詳細はHTMLを参照]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選択肢 | 検討結果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データベース設計（ER図）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7テーブル構成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3AF"/>
                </a:solidFill>
              </a:defRPr>
            </a:pPr>
            <a:r>
              <a:t>[表: 詳細はHTMLを参照]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テーブル | レコード数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リレーション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正規化（第3正規形）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79"/>
          </a:xfrm>
          <a:prstGeom prst="rect">
            <a:avLst/>
          </a:prstGeom>
          <a:solidFill>
            <a:srgbClr val="EFF6FF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</a:defRPr>
            </a:pPr>
            <a:r>
              <a:t>全7テーブルが第3正規形（3NF）を満たしている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正規化の確認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3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3AF"/>
                </a:solidFill>
              </a:defRPr>
            </a:pPr>
            <a:r>
              <a:t>[表: 詳細はHTMLを参照]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19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テーブル | 1NF | 2NF | 3NF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ポイント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7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ベクトル型はpgvectorで原子的に扱う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外部キーで推移的従属を排除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43399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avgRating等は計算キャッシュ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外部キー制約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CASCADE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シミュレーションを削除すると、 紐づく10,000件のレビューも自動削除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参照整合性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存在しない商品・顧客への レビュー作成を防止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トランザクション（原子性）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ベクトル類似度検索（pgvector）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パフォーマンス最適化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バッチINSERT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1件ずつINSERT→ 10,000回のINSERT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1,000件ずつバッチ→ 10回のINSERT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3AF"/>
                </a:solidFill>
              </a:defRPr>
            </a:pPr>
            <a:r>
              <a:t>[表: 詳細はHTMLを参照]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処理 | 目標 | 実測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授業要件への対応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9CA3AF"/>
                </a:solidFill>
              </a:defRPr>
            </a:pPr>
            <a:r>
              <a:t>[表: 詳細はHTMLを参照]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授業回 | テーマ | 本システムでの実装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デモンストレーション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1. 商品説明文を入力 2. シミュレーション実行 3. 結果画面で評価分布・セグメント分析を確認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AI（Claude Code）の活用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AIが担当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スキーマ設計のレビュー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コード実装の補助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ドキュメント作成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デバッグ支援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人間が判断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ペルソナ設計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評価予測アルゴリズム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UI/UXデザイン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開発プロセス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実装したこと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10,000人の仮想顧客シミュレーション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pgvectorによるベクトル類似度検索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第3正規形のDB設計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トランザクションによるACID保証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学んだこと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RDBとベクトルDBの融合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正規化の実践的な適用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• パフォーマンス最適化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ご清聴ありがとうございました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質問をお待ちしております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